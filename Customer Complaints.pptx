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Garet Bold" charset="1" panose="00000000000000000000"/>
      <p:regular r:id="rId18"/>
    </p:embeddedFont>
    <p:embeddedFont>
      <p:font typeface="Garet" charset="1" panose="000000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7.png" Type="http://schemas.openxmlformats.org/officeDocument/2006/relationships/image"/><Relationship Id="rId5" Target="../media/image18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jpeg" Type="http://schemas.openxmlformats.org/officeDocument/2006/relationships/image"/><Relationship Id="rId3" Target="../media/image25.jpeg" Type="http://schemas.openxmlformats.org/officeDocument/2006/relationships/image"/><Relationship Id="rId4" Target="../media/image26.jpeg" Type="http://schemas.openxmlformats.org/officeDocument/2006/relationships/image"/><Relationship Id="rId5" Target="../media/image27.jpeg" Type="http://schemas.openxmlformats.org/officeDocument/2006/relationships/image"/><Relationship Id="rId6" Target="../media/image28.png" Type="http://schemas.openxmlformats.org/officeDocument/2006/relationships/image"/><Relationship Id="rId7" Target="../media/image29.svg" Type="http://schemas.openxmlformats.org/officeDocument/2006/relationships/image"/><Relationship Id="rId8" Target="../media/image30.png" Type="http://schemas.openxmlformats.org/officeDocument/2006/relationships/image"/><Relationship Id="rId9" Target="../media/image31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40312" y="-2382621"/>
            <a:ext cx="6292076" cy="16553520"/>
            <a:chOff x="0" y="0"/>
            <a:chExt cx="376151" cy="9895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76151" cy="989598"/>
            </a:xfrm>
            <a:custGeom>
              <a:avLst/>
              <a:gdLst/>
              <a:ahLst/>
              <a:cxnLst/>
              <a:rect r="r" b="b" t="t" l="l"/>
              <a:pathLst>
                <a:path h="989598" w="376151">
                  <a:moveTo>
                    <a:pt x="0" y="0"/>
                  </a:moveTo>
                  <a:lnTo>
                    <a:pt x="376151" y="0"/>
                  </a:lnTo>
                  <a:lnTo>
                    <a:pt x="376151" y="989598"/>
                  </a:lnTo>
                  <a:lnTo>
                    <a:pt x="0" y="989598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376151" cy="10181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8040048"/>
            <a:ext cx="8115300" cy="1218252"/>
            <a:chOff x="0" y="0"/>
            <a:chExt cx="812800" cy="1220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122016"/>
            </a:xfrm>
            <a:custGeom>
              <a:avLst/>
              <a:gdLst/>
              <a:ahLst/>
              <a:cxnLst/>
              <a:rect r="r" b="b" t="t" l="l"/>
              <a:pathLst>
                <a:path h="122016" w="812800">
                  <a:moveTo>
                    <a:pt x="406400" y="0"/>
                  </a:moveTo>
                  <a:cubicBezTo>
                    <a:pt x="181951" y="0"/>
                    <a:pt x="0" y="27314"/>
                    <a:pt x="0" y="61008"/>
                  </a:cubicBezTo>
                  <a:cubicBezTo>
                    <a:pt x="0" y="94702"/>
                    <a:pt x="181951" y="122016"/>
                    <a:pt x="406400" y="122016"/>
                  </a:cubicBezTo>
                  <a:cubicBezTo>
                    <a:pt x="630849" y="122016"/>
                    <a:pt x="812800" y="94702"/>
                    <a:pt x="812800" y="61008"/>
                  </a:cubicBezTo>
                  <a:cubicBezTo>
                    <a:pt x="812800" y="27314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E3A4E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-17136"/>
              <a:ext cx="660400" cy="1277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028700" y="1920852"/>
            <a:ext cx="8115300" cy="6728321"/>
          </a:xfrm>
          <a:custGeom>
            <a:avLst/>
            <a:gdLst/>
            <a:ahLst/>
            <a:cxnLst/>
            <a:rect r="r" b="b" t="t" l="l"/>
            <a:pathLst>
              <a:path h="6728321" w="8115300">
                <a:moveTo>
                  <a:pt x="0" y="0"/>
                </a:moveTo>
                <a:lnTo>
                  <a:pt x="8115300" y="0"/>
                </a:lnTo>
                <a:lnTo>
                  <a:pt x="8115300" y="6728322"/>
                </a:lnTo>
                <a:lnTo>
                  <a:pt x="0" y="67283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9144000" y="6593957"/>
            <a:ext cx="8729608" cy="1009789"/>
            <a:chOff x="0" y="0"/>
            <a:chExt cx="3513322" cy="406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513322" cy="406400"/>
            </a:xfrm>
            <a:custGeom>
              <a:avLst/>
              <a:gdLst/>
              <a:ahLst/>
              <a:cxnLst/>
              <a:rect r="r" b="b" t="t" l="l"/>
              <a:pathLst>
                <a:path h="406400" w="3513322">
                  <a:moveTo>
                    <a:pt x="3310122" y="0"/>
                  </a:moveTo>
                  <a:cubicBezTo>
                    <a:pt x="3422347" y="0"/>
                    <a:pt x="3513322" y="90976"/>
                    <a:pt x="3513322" y="203200"/>
                  </a:cubicBezTo>
                  <a:cubicBezTo>
                    <a:pt x="3513322" y="315424"/>
                    <a:pt x="3422347" y="406400"/>
                    <a:pt x="3310122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3513322" cy="434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-1908252" y="-1998391"/>
            <a:ext cx="4528369" cy="4528369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solidFill>
                <a:srgbClr val="5EC57E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5783157" y="8173596"/>
            <a:ext cx="5009685" cy="5009685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EC5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7807201" y="1321222"/>
            <a:ext cx="1766576" cy="1907234"/>
          </a:xfrm>
          <a:custGeom>
            <a:avLst/>
            <a:gdLst/>
            <a:ahLst/>
            <a:cxnLst/>
            <a:rect r="r" b="b" t="t" l="l"/>
            <a:pathLst>
              <a:path h="1907234" w="1766576">
                <a:moveTo>
                  <a:pt x="0" y="0"/>
                </a:moveTo>
                <a:lnTo>
                  <a:pt x="1766576" y="0"/>
                </a:lnTo>
                <a:lnTo>
                  <a:pt x="1766576" y="1907234"/>
                </a:lnTo>
                <a:lnTo>
                  <a:pt x="0" y="19072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6836224" y="329080"/>
            <a:ext cx="1037384" cy="1489881"/>
          </a:xfrm>
          <a:custGeom>
            <a:avLst/>
            <a:gdLst/>
            <a:ahLst/>
            <a:cxnLst/>
            <a:rect r="r" b="b" t="t" l="l"/>
            <a:pathLst>
              <a:path h="1489881" w="1037384">
                <a:moveTo>
                  <a:pt x="0" y="0"/>
                </a:moveTo>
                <a:lnTo>
                  <a:pt x="1037384" y="0"/>
                </a:lnTo>
                <a:lnTo>
                  <a:pt x="1037384" y="1489881"/>
                </a:lnTo>
                <a:lnTo>
                  <a:pt x="0" y="14898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75949" t="0" r="0" b="-22227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0023193" y="3497649"/>
            <a:ext cx="6873692" cy="2396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60"/>
              </a:lnSpc>
            </a:pPr>
            <a:r>
              <a:rPr lang="en-US" b="true" sz="6900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CUSTOMER COMPLAINTS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542809" y="6784843"/>
            <a:ext cx="7834461" cy="521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39"/>
              </a:lnSpc>
            </a:pPr>
            <a:r>
              <a:rPr lang="en-US" sz="30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Consumer Financial Protection Bureau 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962690" y="6169955"/>
            <a:ext cx="6292076" cy="8002982"/>
            <a:chOff x="0" y="0"/>
            <a:chExt cx="376151" cy="4784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76151" cy="478432"/>
            </a:xfrm>
            <a:custGeom>
              <a:avLst/>
              <a:gdLst/>
              <a:ahLst/>
              <a:cxnLst/>
              <a:rect r="r" b="b" t="t" l="l"/>
              <a:pathLst>
                <a:path h="478432" w="376151">
                  <a:moveTo>
                    <a:pt x="0" y="0"/>
                  </a:moveTo>
                  <a:lnTo>
                    <a:pt x="376151" y="0"/>
                  </a:lnTo>
                  <a:lnTo>
                    <a:pt x="376151" y="478432"/>
                  </a:lnTo>
                  <a:lnTo>
                    <a:pt x="0" y="478432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376151" cy="5070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441633" y="4037625"/>
            <a:ext cx="3334189" cy="4264660"/>
          </a:xfrm>
          <a:custGeom>
            <a:avLst/>
            <a:gdLst/>
            <a:ahLst/>
            <a:cxnLst/>
            <a:rect r="r" b="b" t="t" l="l"/>
            <a:pathLst>
              <a:path h="4264660" w="3334189">
                <a:moveTo>
                  <a:pt x="0" y="0"/>
                </a:moveTo>
                <a:lnTo>
                  <a:pt x="3334189" y="0"/>
                </a:lnTo>
                <a:lnTo>
                  <a:pt x="3334189" y="4264660"/>
                </a:lnTo>
                <a:lnTo>
                  <a:pt x="0" y="42646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33235" y="2063114"/>
            <a:ext cx="7086106" cy="2545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 Cras euismod, metus ac finibus finibus, felis dui suscipit purus, a maximus leo ligula at dolor.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962690" y="-1806700"/>
            <a:ext cx="6292076" cy="3386795"/>
            <a:chOff x="0" y="0"/>
            <a:chExt cx="376151" cy="20246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76151" cy="202468"/>
            </a:xfrm>
            <a:custGeom>
              <a:avLst/>
              <a:gdLst/>
              <a:ahLst/>
              <a:cxnLst/>
              <a:rect r="r" b="b" t="t" l="l"/>
              <a:pathLst>
                <a:path h="202468" w="376151">
                  <a:moveTo>
                    <a:pt x="0" y="0"/>
                  </a:moveTo>
                  <a:lnTo>
                    <a:pt x="376151" y="0"/>
                  </a:lnTo>
                  <a:lnTo>
                    <a:pt x="376151" y="202468"/>
                  </a:lnTo>
                  <a:lnTo>
                    <a:pt x="0" y="202468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376151" cy="2310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15373" y="2141513"/>
            <a:ext cx="4386709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Introduction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033235" y="5492751"/>
            <a:ext cx="7086106" cy="2545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 Cras euismod, metus ac finibus finibus, felis dui suscipit purus, a maximus leo ligula at dolor.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-2269039" y="-2269039"/>
            <a:ext cx="4538078" cy="4538078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EC57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59448" y="-2379513"/>
            <a:ext cx="6406750" cy="15379090"/>
            <a:chOff x="0" y="0"/>
            <a:chExt cx="383007" cy="91938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3007" cy="919389"/>
            </a:xfrm>
            <a:custGeom>
              <a:avLst/>
              <a:gdLst/>
              <a:ahLst/>
              <a:cxnLst/>
              <a:rect r="r" b="b" t="t" l="l"/>
              <a:pathLst>
                <a:path h="919389" w="383007">
                  <a:moveTo>
                    <a:pt x="0" y="0"/>
                  </a:moveTo>
                  <a:lnTo>
                    <a:pt x="383007" y="0"/>
                  </a:lnTo>
                  <a:lnTo>
                    <a:pt x="383007" y="919389"/>
                  </a:lnTo>
                  <a:lnTo>
                    <a:pt x="0" y="919389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383007" cy="9479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9144000" y="1864523"/>
            <a:ext cx="6992232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true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Problem Statement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144000" y="3838482"/>
            <a:ext cx="7448521" cy="3574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 Cras euismod, metus ac finibus finibus, felis dui suscipit purus, a maximus leo ligula at dolor. Morbi et malesuada purus. Phasellus a lacus sit amet urna tempor sollicitudin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480286" y="2045896"/>
            <a:ext cx="7365073" cy="61952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59946" y="1959773"/>
            <a:ext cx="6292076" cy="2742664"/>
            <a:chOff x="0" y="0"/>
            <a:chExt cx="376151" cy="16396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76151" cy="163961"/>
            </a:xfrm>
            <a:custGeom>
              <a:avLst/>
              <a:gdLst/>
              <a:ahLst/>
              <a:cxnLst/>
              <a:rect r="r" b="b" t="t" l="l"/>
              <a:pathLst>
                <a:path h="163961" w="376151">
                  <a:moveTo>
                    <a:pt x="0" y="0"/>
                  </a:moveTo>
                  <a:lnTo>
                    <a:pt x="376151" y="0"/>
                  </a:lnTo>
                  <a:lnTo>
                    <a:pt x="376151" y="163961"/>
                  </a:lnTo>
                  <a:lnTo>
                    <a:pt x="0" y="163961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376151" cy="1925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091856" y="2925917"/>
            <a:ext cx="5428254" cy="1776519"/>
          </a:xfrm>
          <a:custGeom>
            <a:avLst/>
            <a:gdLst/>
            <a:ahLst/>
            <a:cxnLst/>
            <a:rect r="r" b="b" t="t" l="l"/>
            <a:pathLst>
              <a:path h="1776519" w="5428254">
                <a:moveTo>
                  <a:pt x="0" y="0"/>
                </a:moveTo>
                <a:lnTo>
                  <a:pt x="5428254" y="0"/>
                </a:lnTo>
                <a:lnTo>
                  <a:pt x="5428254" y="1776519"/>
                </a:lnTo>
                <a:lnTo>
                  <a:pt x="0" y="17765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820033" y="6049675"/>
            <a:ext cx="4632838" cy="2031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27581" y="6049675"/>
            <a:ext cx="4632838" cy="2031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835129" y="6049675"/>
            <a:ext cx="4632838" cy="2031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335979" y="2839932"/>
            <a:ext cx="5944493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true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Project Overview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-1908252" y="-1998391"/>
            <a:ext cx="4528369" cy="4528369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solidFill>
                <a:srgbClr val="5EC57E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5783157" y="8173596"/>
            <a:ext cx="5009685" cy="5009685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EC57E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5264465" y="1445300"/>
            <a:ext cx="1037384" cy="1489881"/>
          </a:xfrm>
          <a:custGeom>
            <a:avLst/>
            <a:gdLst/>
            <a:ahLst/>
            <a:cxnLst/>
            <a:rect r="r" b="b" t="t" l="l"/>
            <a:pathLst>
              <a:path h="1489881" w="1037384">
                <a:moveTo>
                  <a:pt x="0" y="0"/>
                </a:moveTo>
                <a:lnTo>
                  <a:pt x="1037384" y="0"/>
                </a:lnTo>
                <a:lnTo>
                  <a:pt x="1037384" y="1489882"/>
                </a:lnTo>
                <a:lnTo>
                  <a:pt x="0" y="14898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375949" t="0" r="0" b="-22227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85771" y="-2379513"/>
            <a:ext cx="6406750" cy="15379090"/>
            <a:chOff x="0" y="0"/>
            <a:chExt cx="383007" cy="91938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3007" cy="919389"/>
            </a:xfrm>
            <a:custGeom>
              <a:avLst/>
              <a:gdLst/>
              <a:ahLst/>
              <a:cxnLst/>
              <a:rect r="r" b="b" t="t" l="l"/>
              <a:pathLst>
                <a:path h="919389" w="383007">
                  <a:moveTo>
                    <a:pt x="0" y="0"/>
                  </a:moveTo>
                  <a:lnTo>
                    <a:pt x="383007" y="0"/>
                  </a:lnTo>
                  <a:lnTo>
                    <a:pt x="383007" y="919389"/>
                  </a:lnTo>
                  <a:lnTo>
                    <a:pt x="0" y="919389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383007" cy="9479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094042" y="1884029"/>
            <a:ext cx="6992232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true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Research Finding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94042" y="3857988"/>
            <a:ext cx="7448521" cy="3574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 Cras euismod, metus ac finibus finibus, felis dui suscipit purus, a maximus leo ligula at dolor. Morbi et malesuada purus. Phasellus a lacus sit amet urna tempor sollicitudin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0263920" y="1904282"/>
            <a:ext cx="6250450" cy="63155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669401" cy="4661280"/>
            <a:chOff x="0" y="0"/>
            <a:chExt cx="279145" cy="2786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9145" cy="278659"/>
            </a:xfrm>
            <a:custGeom>
              <a:avLst/>
              <a:gdLst/>
              <a:ahLst/>
              <a:cxnLst/>
              <a:rect r="r" b="b" t="t" l="l"/>
              <a:pathLst>
                <a:path h="278659" w="279145">
                  <a:moveTo>
                    <a:pt x="0" y="0"/>
                  </a:moveTo>
                  <a:lnTo>
                    <a:pt x="279145" y="0"/>
                  </a:lnTo>
                  <a:lnTo>
                    <a:pt x="279145" y="278659"/>
                  </a:lnTo>
                  <a:lnTo>
                    <a:pt x="0" y="278659"/>
                  </a:lnTo>
                  <a:close/>
                </a:path>
              </a:pathLst>
            </a:custGeom>
            <a:solidFill>
              <a:srgbClr val="5EC57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79145" cy="3072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959448" y="1798086"/>
            <a:ext cx="6406750" cy="6690829"/>
            <a:chOff x="0" y="0"/>
            <a:chExt cx="383007" cy="39998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83007" cy="399989"/>
            </a:xfrm>
            <a:custGeom>
              <a:avLst/>
              <a:gdLst/>
              <a:ahLst/>
              <a:cxnLst/>
              <a:rect r="r" b="b" t="t" l="l"/>
              <a:pathLst>
                <a:path h="399989" w="383007">
                  <a:moveTo>
                    <a:pt x="0" y="0"/>
                  </a:moveTo>
                  <a:lnTo>
                    <a:pt x="383007" y="0"/>
                  </a:lnTo>
                  <a:lnTo>
                    <a:pt x="383007" y="399989"/>
                  </a:lnTo>
                  <a:lnTo>
                    <a:pt x="0" y="399989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383007" cy="4285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2510499" y="2958950"/>
            <a:ext cx="5304646" cy="4369100"/>
          </a:xfrm>
          <a:custGeom>
            <a:avLst/>
            <a:gdLst/>
            <a:ahLst/>
            <a:cxnLst/>
            <a:rect r="r" b="b" t="t" l="l"/>
            <a:pathLst>
              <a:path h="4369100" w="5304646">
                <a:moveTo>
                  <a:pt x="0" y="0"/>
                </a:moveTo>
                <a:lnTo>
                  <a:pt x="5304646" y="0"/>
                </a:lnTo>
                <a:lnTo>
                  <a:pt x="5304646" y="4369100"/>
                </a:lnTo>
                <a:lnTo>
                  <a:pt x="0" y="43691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9144000" y="1864523"/>
            <a:ext cx="6992232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true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Project Goals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91695" y="3567175"/>
            <a:ext cx="5844537" cy="2031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 Cras euismod, metus ac finibus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91695" y="6233945"/>
            <a:ext cx="5844537" cy="2031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 Cras euismod, metus ac finibus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144000" y="4378645"/>
            <a:ext cx="565272" cy="565272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8E28A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0" y="7045414"/>
            <a:ext cx="565272" cy="565272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8E28A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922064" y="469891"/>
            <a:ext cx="1037384" cy="1489881"/>
          </a:xfrm>
          <a:custGeom>
            <a:avLst/>
            <a:gdLst/>
            <a:ahLst/>
            <a:cxnLst/>
            <a:rect r="r" b="b" t="t" l="l"/>
            <a:pathLst>
              <a:path h="1489881" w="1037384">
                <a:moveTo>
                  <a:pt x="0" y="0"/>
                </a:moveTo>
                <a:lnTo>
                  <a:pt x="1037384" y="0"/>
                </a:lnTo>
                <a:lnTo>
                  <a:pt x="1037384" y="1489882"/>
                </a:lnTo>
                <a:lnTo>
                  <a:pt x="0" y="14898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375949" t="0" r="0" b="-22227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077113" y="-2181974"/>
            <a:ext cx="10991473" cy="5307444"/>
            <a:chOff x="0" y="0"/>
            <a:chExt cx="657089" cy="3172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57089" cy="317288"/>
            </a:xfrm>
            <a:custGeom>
              <a:avLst/>
              <a:gdLst/>
              <a:ahLst/>
              <a:cxnLst/>
              <a:rect r="r" b="b" t="t" l="l"/>
              <a:pathLst>
                <a:path h="317288" w="657089">
                  <a:moveTo>
                    <a:pt x="0" y="0"/>
                  </a:moveTo>
                  <a:lnTo>
                    <a:pt x="657089" y="0"/>
                  </a:lnTo>
                  <a:lnTo>
                    <a:pt x="657089" y="317288"/>
                  </a:lnTo>
                  <a:lnTo>
                    <a:pt x="0" y="317288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657089" cy="3458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779050" y="1261801"/>
            <a:ext cx="5428254" cy="1776519"/>
          </a:xfrm>
          <a:custGeom>
            <a:avLst/>
            <a:gdLst/>
            <a:ahLst/>
            <a:cxnLst/>
            <a:rect r="r" b="b" t="t" l="l"/>
            <a:pathLst>
              <a:path h="1776519" w="5428254">
                <a:moveTo>
                  <a:pt x="0" y="0"/>
                </a:moveTo>
                <a:lnTo>
                  <a:pt x="5428254" y="0"/>
                </a:lnTo>
                <a:lnTo>
                  <a:pt x="5428254" y="1776519"/>
                </a:lnTo>
                <a:lnTo>
                  <a:pt x="0" y="17765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820928" y="637733"/>
            <a:ext cx="4075071" cy="2400587"/>
          </a:xfrm>
          <a:custGeom>
            <a:avLst/>
            <a:gdLst/>
            <a:ahLst/>
            <a:cxnLst/>
            <a:rect r="r" b="b" t="t" l="l"/>
            <a:pathLst>
              <a:path h="2400587" w="4075071">
                <a:moveTo>
                  <a:pt x="0" y="0"/>
                </a:moveTo>
                <a:lnTo>
                  <a:pt x="4075071" y="0"/>
                </a:lnTo>
                <a:lnTo>
                  <a:pt x="4075071" y="2400587"/>
                </a:lnTo>
                <a:lnTo>
                  <a:pt x="0" y="240058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4467036" y="1071846"/>
            <a:ext cx="10991473" cy="1532361"/>
            <a:chOff x="0" y="0"/>
            <a:chExt cx="657089" cy="9160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7089" cy="91607"/>
            </a:xfrm>
            <a:custGeom>
              <a:avLst/>
              <a:gdLst/>
              <a:ahLst/>
              <a:cxnLst/>
              <a:rect r="r" b="b" t="t" l="l"/>
              <a:pathLst>
                <a:path h="91607" w="657089">
                  <a:moveTo>
                    <a:pt x="0" y="0"/>
                  </a:moveTo>
                  <a:lnTo>
                    <a:pt x="657089" y="0"/>
                  </a:lnTo>
                  <a:lnTo>
                    <a:pt x="657089" y="91607"/>
                  </a:lnTo>
                  <a:lnTo>
                    <a:pt x="0" y="91607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657089" cy="1201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891868" y="1346854"/>
            <a:ext cx="2992710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true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Timeline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067052" y="4049395"/>
            <a:ext cx="4632838" cy="2031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891868" y="4689191"/>
            <a:ext cx="1956348" cy="908618"/>
            <a:chOff x="0" y="0"/>
            <a:chExt cx="116954" cy="5431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6954" cy="54319"/>
            </a:xfrm>
            <a:custGeom>
              <a:avLst/>
              <a:gdLst/>
              <a:ahLst/>
              <a:cxnLst/>
              <a:rect r="r" b="b" t="t" l="l"/>
              <a:pathLst>
                <a:path h="54319" w="116954">
                  <a:moveTo>
                    <a:pt x="0" y="0"/>
                  </a:moveTo>
                  <a:lnTo>
                    <a:pt x="116954" y="0"/>
                  </a:lnTo>
                  <a:lnTo>
                    <a:pt x="116954" y="54319"/>
                  </a:lnTo>
                  <a:lnTo>
                    <a:pt x="0" y="54319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16954" cy="828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175480" y="4863782"/>
            <a:ext cx="1389125" cy="488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Week 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763294" y="4049395"/>
            <a:ext cx="4632838" cy="2031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588111" y="4689191"/>
            <a:ext cx="1956348" cy="908618"/>
            <a:chOff x="0" y="0"/>
            <a:chExt cx="116954" cy="5431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6954" cy="54319"/>
            </a:xfrm>
            <a:custGeom>
              <a:avLst/>
              <a:gdLst/>
              <a:ahLst/>
              <a:cxnLst/>
              <a:rect r="r" b="b" t="t" l="l"/>
              <a:pathLst>
                <a:path h="54319" w="116954">
                  <a:moveTo>
                    <a:pt x="0" y="0"/>
                  </a:moveTo>
                  <a:lnTo>
                    <a:pt x="116954" y="0"/>
                  </a:lnTo>
                  <a:lnTo>
                    <a:pt x="116954" y="54319"/>
                  </a:lnTo>
                  <a:lnTo>
                    <a:pt x="0" y="54319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16954" cy="828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871723" y="4863782"/>
            <a:ext cx="1389125" cy="488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Week 1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067052" y="7117715"/>
            <a:ext cx="4632838" cy="2031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891868" y="7757511"/>
            <a:ext cx="1956348" cy="908618"/>
            <a:chOff x="0" y="0"/>
            <a:chExt cx="116954" cy="5431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16954" cy="54319"/>
            </a:xfrm>
            <a:custGeom>
              <a:avLst/>
              <a:gdLst/>
              <a:ahLst/>
              <a:cxnLst/>
              <a:rect r="r" b="b" t="t" l="l"/>
              <a:pathLst>
                <a:path h="54319" w="116954">
                  <a:moveTo>
                    <a:pt x="0" y="0"/>
                  </a:moveTo>
                  <a:lnTo>
                    <a:pt x="116954" y="0"/>
                  </a:lnTo>
                  <a:lnTo>
                    <a:pt x="116954" y="54319"/>
                  </a:lnTo>
                  <a:lnTo>
                    <a:pt x="0" y="54319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28575"/>
              <a:ext cx="116954" cy="828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2175480" y="7932102"/>
            <a:ext cx="1389125" cy="488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Week 1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763294" y="7117715"/>
            <a:ext cx="4632838" cy="2031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588111" y="7757511"/>
            <a:ext cx="1956348" cy="908618"/>
            <a:chOff x="0" y="0"/>
            <a:chExt cx="116954" cy="5431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16954" cy="54319"/>
            </a:xfrm>
            <a:custGeom>
              <a:avLst/>
              <a:gdLst/>
              <a:ahLst/>
              <a:cxnLst/>
              <a:rect r="r" b="b" t="t" l="l"/>
              <a:pathLst>
                <a:path h="54319" w="116954">
                  <a:moveTo>
                    <a:pt x="0" y="0"/>
                  </a:moveTo>
                  <a:lnTo>
                    <a:pt x="116954" y="0"/>
                  </a:lnTo>
                  <a:lnTo>
                    <a:pt x="116954" y="54319"/>
                  </a:lnTo>
                  <a:lnTo>
                    <a:pt x="0" y="54319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28575"/>
              <a:ext cx="116954" cy="828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9871723" y="7932102"/>
            <a:ext cx="1389125" cy="488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Week 1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484929" y="1494236"/>
            <a:ext cx="7548741" cy="7298527"/>
            <a:chOff x="0" y="0"/>
            <a:chExt cx="451277" cy="4363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1277" cy="436319"/>
            </a:xfrm>
            <a:custGeom>
              <a:avLst/>
              <a:gdLst/>
              <a:ahLst/>
              <a:cxnLst/>
              <a:rect r="r" b="b" t="t" l="l"/>
              <a:pathLst>
                <a:path h="436319" w="451277">
                  <a:moveTo>
                    <a:pt x="0" y="0"/>
                  </a:moveTo>
                  <a:lnTo>
                    <a:pt x="451277" y="0"/>
                  </a:lnTo>
                  <a:lnTo>
                    <a:pt x="451277" y="436319"/>
                  </a:lnTo>
                  <a:lnTo>
                    <a:pt x="0" y="436319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451277" cy="4648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060501" y="2534391"/>
            <a:ext cx="4198799" cy="6258373"/>
          </a:xfrm>
          <a:custGeom>
            <a:avLst/>
            <a:gdLst/>
            <a:ahLst/>
            <a:cxnLst/>
            <a:rect r="r" b="b" t="t" l="l"/>
            <a:pathLst>
              <a:path h="6258373" w="4198799">
                <a:moveTo>
                  <a:pt x="0" y="0"/>
                </a:moveTo>
                <a:lnTo>
                  <a:pt x="4198799" y="0"/>
                </a:lnTo>
                <a:lnTo>
                  <a:pt x="4198799" y="6258373"/>
                </a:lnTo>
                <a:lnTo>
                  <a:pt x="0" y="625837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977174" y="2949525"/>
            <a:ext cx="9486960" cy="1354873"/>
            <a:chOff x="0" y="0"/>
            <a:chExt cx="567147" cy="809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67147" cy="80997"/>
            </a:xfrm>
            <a:custGeom>
              <a:avLst/>
              <a:gdLst/>
              <a:ahLst/>
              <a:cxnLst/>
              <a:rect r="r" b="b" t="t" l="l"/>
              <a:pathLst>
                <a:path h="80997" w="567147">
                  <a:moveTo>
                    <a:pt x="0" y="0"/>
                  </a:moveTo>
                  <a:lnTo>
                    <a:pt x="567147" y="0"/>
                  </a:lnTo>
                  <a:lnTo>
                    <a:pt x="567147" y="80997"/>
                  </a:lnTo>
                  <a:lnTo>
                    <a:pt x="0" y="80997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567147" cy="109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820033" y="1398986"/>
            <a:ext cx="4621188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true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Methodology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2977174" y="4986141"/>
            <a:ext cx="9486960" cy="1354873"/>
            <a:chOff x="0" y="0"/>
            <a:chExt cx="567147" cy="809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67147" cy="80997"/>
            </a:xfrm>
            <a:custGeom>
              <a:avLst/>
              <a:gdLst/>
              <a:ahLst/>
              <a:cxnLst/>
              <a:rect r="r" b="b" t="t" l="l"/>
              <a:pathLst>
                <a:path h="80997" w="567147">
                  <a:moveTo>
                    <a:pt x="0" y="0"/>
                  </a:moveTo>
                  <a:lnTo>
                    <a:pt x="567147" y="0"/>
                  </a:lnTo>
                  <a:lnTo>
                    <a:pt x="567147" y="80997"/>
                  </a:lnTo>
                  <a:lnTo>
                    <a:pt x="0" y="80997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567147" cy="109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2977174" y="7022757"/>
            <a:ext cx="9486960" cy="1354873"/>
            <a:chOff x="0" y="0"/>
            <a:chExt cx="567147" cy="80997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7147" cy="80997"/>
            </a:xfrm>
            <a:custGeom>
              <a:avLst/>
              <a:gdLst/>
              <a:ahLst/>
              <a:cxnLst/>
              <a:rect r="r" b="b" t="t" l="l"/>
              <a:pathLst>
                <a:path h="80997" w="567147">
                  <a:moveTo>
                    <a:pt x="0" y="0"/>
                  </a:moveTo>
                  <a:lnTo>
                    <a:pt x="567147" y="0"/>
                  </a:lnTo>
                  <a:lnTo>
                    <a:pt x="567147" y="80997"/>
                  </a:lnTo>
                  <a:lnTo>
                    <a:pt x="0" y="80997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567147" cy="1095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3522113" y="3075781"/>
            <a:ext cx="8397082" cy="1002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522113" y="5112397"/>
            <a:ext cx="8397082" cy="1002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522113" y="7149013"/>
            <a:ext cx="8397082" cy="1002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820033" y="3344325"/>
            <a:ext cx="565272" cy="565272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8E28A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820033" y="5380941"/>
            <a:ext cx="565272" cy="565272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8E28A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820033" y="7417558"/>
            <a:ext cx="565272" cy="565272"/>
            <a:chOff x="0" y="0"/>
            <a:chExt cx="81280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8E28A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8" id="28"/>
          <p:cNvSpPr/>
          <p:nvPr/>
        </p:nvSpPr>
        <p:spPr>
          <a:xfrm flipH="true" flipV="false" rot="0">
            <a:off x="13484929" y="1854444"/>
            <a:ext cx="1037384" cy="1489881"/>
          </a:xfrm>
          <a:custGeom>
            <a:avLst/>
            <a:gdLst/>
            <a:ahLst/>
            <a:cxnLst/>
            <a:rect r="r" b="b" t="t" l="l"/>
            <a:pathLst>
              <a:path h="1489881" w="1037384">
                <a:moveTo>
                  <a:pt x="1037384" y="0"/>
                </a:moveTo>
                <a:lnTo>
                  <a:pt x="0" y="0"/>
                </a:lnTo>
                <a:lnTo>
                  <a:pt x="0" y="1489881"/>
                </a:lnTo>
                <a:lnTo>
                  <a:pt x="1037384" y="1489881"/>
                </a:lnTo>
                <a:lnTo>
                  <a:pt x="103738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375949" t="0" r="0" b="-22227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828122" y="-1909663"/>
            <a:ext cx="4669401" cy="4661280"/>
            <a:chOff x="0" y="0"/>
            <a:chExt cx="279145" cy="2786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9145" cy="278659"/>
            </a:xfrm>
            <a:custGeom>
              <a:avLst/>
              <a:gdLst/>
              <a:ahLst/>
              <a:cxnLst/>
              <a:rect r="r" b="b" t="t" l="l"/>
              <a:pathLst>
                <a:path h="278659" w="279145">
                  <a:moveTo>
                    <a:pt x="0" y="0"/>
                  </a:moveTo>
                  <a:lnTo>
                    <a:pt x="279145" y="0"/>
                  </a:lnTo>
                  <a:lnTo>
                    <a:pt x="279145" y="278659"/>
                  </a:lnTo>
                  <a:lnTo>
                    <a:pt x="0" y="278659"/>
                  </a:lnTo>
                  <a:close/>
                </a:path>
              </a:pathLst>
            </a:custGeom>
            <a:solidFill>
              <a:srgbClr val="5EC57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79145" cy="3072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959448" y="1798086"/>
            <a:ext cx="6406750" cy="6690829"/>
            <a:chOff x="0" y="0"/>
            <a:chExt cx="383007" cy="39998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83007" cy="399989"/>
            </a:xfrm>
            <a:custGeom>
              <a:avLst/>
              <a:gdLst/>
              <a:ahLst/>
              <a:cxnLst/>
              <a:rect r="r" b="b" t="t" l="l"/>
              <a:pathLst>
                <a:path h="399989" w="383007">
                  <a:moveTo>
                    <a:pt x="0" y="0"/>
                  </a:moveTo>
                  <a:lnTo>
                    <a:pt x="383007" y="0"/>
                  </a:lnTo>
                  <a:lnTo>
                    <a:pt x="383007" y="399989"/>
                  </a:lnTo>
                  <a:lnTo>
                    <a:pt x="0" y="399989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383007" cy="4285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pic>
        <p:nvPicPr>
          <p:cNvPr name="Picture 8" id="8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2037597" y="1985716"/>
            <a:ext cx="6250450" cy="631557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9144000" y="1864523"/>
            <a:ext cx="6992232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true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Result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144000" y="3838482"/>
            <a:ext cx="7448521" cy="3574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 Cras euismod, metus ac finibus finibus, felis dui suscipit purus, a maximus leo ligula at dolor. Morbi et malesuada purus. Phasellus a lacus sit amet urna tempor sollicitudin</a:t>
            </a:r>
          </a:p>
        </p:txBody>
      </p:sp>
      <p:sp>
        <p:nvSpPr>
          <p:cNvPr name="Freeform 11" id="11"/>
          <p:cNvSpPr/>
          <p:nvPr/>
        </p:nvSpPr>
        <p:spPr>
          <a:xfrm flipH="true" flipV="false" rot="0">
            <a:off x="11830876" y="469891"/>
            <a:ext cx="1037384" cy="1489881"/>
          </a:xfrm>
          <a:custGeom>
            <a:avLst/>
            <a:gdLst/>
            <a:ahLst/>
            <a:cxnLst/>
            <a:rect r="r" b="b" t="t" l="l"/>
            <a:pathLst>
              <a:path h="1489881" w="1037384">
                <a:moveTo>
                  <a:pt x="1037384" y="0"/>
                </a:moveTo>
                <a:lnTo>
                  <a:pt x="0" y="0"/>
                </a:lnTo>
                <a:lnTo>
                  <a:pt x="0" y="1489882"/>
                </a:lnTo>
                <a:lnTo>
                  <a:pt x="1037384" y="1489882"/>
                </a:lnTo>
                <a:lnTo>
                  <a:pt x="1037384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375949" t="0" r="0" b="-22227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85771" y="3865170"/>
            <a:ext cx="6406750" cy="4311092"/>
            <a:chOff x="0" y="0"/>
            <a:chExt cx="383007" cy="257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3007" cy="257725"/>
            </a:xfrm>
            <a:custGeom>
              <a:avLst/>
              <a:gdLst/>
              <a:ahLst/>
              <a:cxnLst/>
              <a:rect r="r" b="b" t="t" l="l"/>
              <a:pathLst>
                <a:path h="257725" w="383007">
                  <a:moveTo>
                    <a:pt x="0" y="0"/>
                  </a:moveTo>
                  <a:lnTo>
                    <a:pt x="383007" y="0"/>
                  </a:lnTo>
                  <a:lnTo>
                    <a:pt x="383007" y="257725"/>
                  </a:lnTo>
                  <a:lnTo>
                    <a:pt x="0" y="257725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383007" cy="286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694906" y="4214840"/>
            <a:ext cx="3388479" cy="3611751"/>
          </a:xfrm>
          <a:custGeom>
            <a:avLst/>
            <a:gdLst/>
            <a:ahLst/>
            <a:cxnLst/>
            <a:rect r="r" b="b" t="t" l="l"/>
            <a:pathLst>
              <a:path h="3611751" w="3388479">
                <a:moveTo>
                  <a:pt x="0" y="0"/>
                </a:moveTo>
                <a:lnTo>
                  <a:pt x="3388479" y="0"/>
                </a:lnTo>
                <a:lnTo>
                  <a:pt x="3388479" y="3611751"/>
                </a:lnTo>
                <a:lnTo>
                  <a:pt x="0" y="36117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33235" y="2063114"/>
            <a:ext cx="7086106" cy="2545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 Cras euismod, metus ac finibus finibus, felis dui suscipit purus, a maximus leo ligula at dolor.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33235" y="5492751"/>
            <a:ext cx="7086106" cy="2545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290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Lorem ipsum dolor sit amet, consectetur adipiscing elit. Quisque non elit mauris. Cras euismod, metus ac finibus finibus, felis dui suscipit purus, a maximus leo ligula at dolor.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50591" y="2015489"/>
            <a:ext cx="5877110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Conclusion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844538" y="2686061"/>
            <a:ext cx="9144000" cy="4914879"/>
            <a:chOff x="0" y="0"/>
            <a:chExt cx="546644" cy="2938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6644" cy="293820"/>
            </a:xfrm>
            <a:custGeom>
              <a:avLst/>
              <a:gdLst/>
              <a:ahLst/>
              <a:cxnLst/>
              <a:rect r="r" b="b" t="t" l="l"/>
              <a:pathLst>
                <a:path h="293820" w="546644">
                  <a:moveTo>
                    <a:pt x="0" y="0"/>
                  </a:moveTo>
                  <a:lnTo>
                    <a:pt x="546644" y="0"/>
                  </a:lnTo>
                  <a:lnTo>
                    <a:pt x="546644" y="293820"/>
                  </a:lnTo>
                  <a:lnTo>
                    <a:pt x="0" y="293820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546644" cy="3223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985332" y="1728872"/>
            <a:ext cx="3971172" cy="3138929"/>
            <a:chOff x="0" y="0"/>
            <a:chExt cx="1028303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28303" cy="812800"/>
            </a:xfrm>
            <a:custGeom>
              <a:avLst/>
              <a:gdLst/>
              <a:ahLst/>
              <a:cxnLst/>
              <a:rect r="r" b="b" t="t" l="l"/>
              <a:pathLst>
                <a:path h="812800" w="1028303">
                  <a:moveTo>
                    <a:pt x="0" y="0"/>
                  </a:moveTo>
                  <a:lnTo>
                    <a:pt x="1028303" y="0"/>
                  </a:lnTo>
                  <a:lnTo>
                    <a:pt x="1028303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 l="-9228" t="0" r="-9228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2430952" y="1754165"/>
            <a:ext cx="3971172" cy="3138929"/>
            <a:chOff x="0" y="0"/>
            <a:chExt cx="1028303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8303" cy="812800"/>
            </a:xfrm>
            <a:custGeom>
              <a:avLst/>
              <a:gdLst/>
              <a:ahLst/>
              <a:cxnLst/>
              <a:rect r="r" b="b" t="t" l="l"/>
              <a:pathLst>
                <a:path h="812800" w="1028303">
                  <a:moveTo>
                    <a:pt x="0" y="0"/>
                  </a:moveTo>
                  <a:lnTo>
                    <a:pt x="1028303" y="0"/>
                  </a:lnTo>
                  <a:lnTo>
                    <a:pt x="1028303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3"/>
              <a:stretch>
                <a:fillRect l="-9228" t="0" r="-9228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7985332" y="5393906"/>
            <a:ext cx="3971172" cy="3138929"/>
            <a:chOff x="0" y="0"/>
            <a:chExt cx="1028303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28303" cy="812800"/>
            </a:xfrm>
            <a:custGeom>
              <a:avLst/>
              <a:gdLst/>
              <a:ahLst/>
              <a:cxnLst/>
              <a:rect r="r" b="b" t="t" l="l"/>
              <a:pathLst>
                <a:path h="812800" w="1028303">
                  <a:moveTo>
                    <a:pt x="0" y="0"/>
                  </a:moveTo>
                  <a:lnTo>
                    <a:pt x="1028303" y="0"/>
                  </a:lnTo>
                  <a:lnTo>
                    <a:pt x="1028303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4"/>
              <a:stretch>
                <a:fillRect l="-9228" t="0" r="-9228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2430952" y="5419199"/>
            <a:ext cx="3971172" cy="3138929"/>
            <a:chOff x="0" y="0"/>
            <a:chExt cx="1028303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28303" cy="812800"/>
            </a:xfrm>
            <a:custGeom>
              <a:avLst/>
              <a:gdLst/>
              <a:ahLst/>
              <a:cxnLst/>
              <a:rect r="r" b="b" t="t" l="l"/>
              <a:pathLst>
                <a:path h="812800" w="1028303">
                  <a:moveTo>
                    <a:pt x="0" y="0"/>
                  </a:moveTo>
                  <a:lnTo>
                    <a:pt x="1028303" y="0"/>
                  </a:lnTo>
                  <a:lnTo>
                    <a:pt x="1028303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5"/>
              <a:stretch>
                <a:fillRect l="-9228" t="0" r="-9228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028700" y="4667788"/>
            <a:ext cx="5928103" cy="2933152"/>
            <a:chOff x="0" y="0"/>
            <a:chExt cx="354392" cy="17534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54392" cy="175349"/>
            </a:xfrm>
            <a:custGeom>
              <a:avLst/>
              <a:gdLst/>
              <a:ahLst/>
              <a:cxnLst/>
              <a:rect r="r" b="b" t="t" l="l"/>
              <a:pathLst>
                <a:path h="175349" w="354392">
                  <a:moveTo>
                    <a:pt x="0" y="0"/>
                  </a:moveTo>
                  <a:lnTo>
                    <a:pt x="354392" y="0"/>
                  </a:lnTo>
                  <a:lnTo>
                    <a:pt x="354392" y="175349"/>
                  </a:lnTo>
                  <a:lnTo>
                    <a:pt x="0" y="175349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354392" cy="2039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3992751" y="4094299"/>
            <a:ext cx="3423756" cy="3506641"/>
          </a:xfrm>
          <a:custGeom>
            <a:avLst/>
            <a:gdLst/>
            <a:ahLst/>
            <a:cxnLst/>
            <a:rect r="r" b="b" t="t" l="l"/>
            <a:pathLst>
              <a:path h="3506641" w="3423756">
                <a:moveTo>
                  <a:pt x="0" y="0"/>
                </a:moveTo>
                <a:lnTo>
                  <a:pt x="3423757" y="0"/>
                </a:lnTo>
                <a:lnTo>
                  <a:pt x="3423757" y="3506640"/>
                </a:lnTo>
                <a:lnTo>
                  <a:pt x="0" y="35066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true" flipV="false" rot="-7622678">
            <a:off x="1829640" y="4955739"/>
            <a:ext cx="1162860" cy="1892228"/>
          </a:xfrm>
          <a:custGeom>
            <a:avLst/>
            <a:gdLst/>
            <a:ahLst/>
            <a:cxnLst/>
            <a:rect r="r" b="b" t="t" l="l"/>
            <a:pathLst>
              <a:path h="1892228" w="1162860">
                <a:moveTo>
                  <a:pt x="1162860" y="0"/>
                </a:moveTo>
                <a:lnTo>
                  <a:pt x="0" y="0"/>
                </a:lnTo>
                <a:lnTo>
                  <a:pt x="0" y="1892228"/>
                </a:lnTo>
                <a:lnTo>
                  <a:pt x="1162860" y="1892228"/>
                </a:lnTo>
                <a:lnTo>
                  <a:pt x="116286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181148" y="2807164"/>
            <a:ext cx="5623206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Documentation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40312" y="-2382621"/>
            <a:ext cx="6292076" cy="16553520"/>
            <a:chOff x="0" y="0"/>
            <a:chExt cx="376151" cy="9895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76151" cy="989598"/>
            </a:xfrm>
            <a:custGeom>
              <a:avLst/>
              <a:gdLst/>
              <a:ahLst/>
              <a:cxnLst/>
              <a:rect r="r" b="b" t="t" l="l"/>
              <a:pathLst>
                <a:path h="989598" w="376151">
                  <a:moveTo>
                    <a:pt x="0" y="0"/>
                  </a:moveTo>
                  <a:lnTo>
                    <a:pt x="376151" y="0"/>
                  </a:lnTo>
                  <a:lnTo>
                    <a:pt x="376151" y="989598"/>
                  </a:lnTo>
                  <a:lnTo>
                    <a:pt x="0" y="989598"/>
                  </a:ln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376151" cy="10181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8040048"/>
            <a:ext cx="8115300" cy="1218252"/>
            <a:chOff x="0" y="0"/>
            <a:chExt cx="812800" cy="1220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122016"/>
            </a:xfrm>
            <a:custGeom>
              <a:avLst/>
              <a:gdLst/>
              <a:ahLst/>
              <a:cxnLst/>
              <a:rect r="r" b="b" t="t" l="l"/>
              <a:pathLst>
                <a:path h="122016" w="812800">
                  <a:moveTo>
                    <a:pt x="406400" y="0"/>
                  </a:moveTo>
                  <a:cubicBezTo>
                    <a:pt x="181951" y="0"/>
                    <a:pt x="0" y="27314"/>
                    <a:pt x="0" y="61008"/>
                  </a:cubicBezTo>
                  <a:cubicBezTo>
                    <a:pt x="0" y="94702"/>
                    <a:pt x="181951" y="122016"/>
                    <a:pt x="406400" y="122016"/>
                  </a:cubicBezTo>
                  <a:cubicBezTo>
                    <a:pt x="630849" y="122016"/>
                    <a:pt x="812800" y="94702"/>
                    <a:pt x="812800" y="61008"/>
                  </a:cubicBezTo>
                  <a:cubicBezTo>
                    <a:pt x="812800" y="27314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E3A4E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-17136"/>
              <a:ext cx="660400" cy="1277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028700" y="1920852"/>
            <a:ext cx="8115300" cy="6728321"/>
          </a:xfrm>
          <a:custGeom>
            <a:avLst/>
            <a:gdLst/>
            <a:ahLst/>
            <a:cxnLst/>
            <a:rect r="r" b="b" t="t" l="l"/>
            <a:pathLst>
              <a:path h="6728321" w="8115300">
                <a:moveTo>
                  <a:pt x="0" y="0"/>
                </a:moveTo>
                <a:lnTo>
                  <a:pt x="8115300" y="0"/>
                </a:lnTo>
                <a:lnTo>
                  <a:pt x="8115300" y="6728322"/>
                </a:lnTo>
                <a:lnTo>
                  <a:pt x="0" y="67283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9962532" y="5759707"/>
            <a:ext cx="6873692" cy="1009789"/>
            <a:chOff x="0" y="0"/>
            <a:chExt cx="2766390" cy="406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766390" cy="406400"/>
            </a:xfrm>
            <a:custGeom>
              <a:avLst/>
              <a:gdLst/>
              <a:ahLst/>
              <a:cxnLst/>
              <a:rect r="r" b="b" t="t" l="l"/>
              <a:pathLst>
                <a:path h="406400" w="2766390">
                  <a:moveTo>
                    <a:pt x="2563190" y="0"/>
                  </a:moveTo>
                  <a:cubicBezTo>
                    <a:pt x="2675414" y="0"/>
                    <a:pt x="2766390" y="90976"/>
                    <a:pt x="2766390" y="203200"/>
                  </a:cubicBezTo>
                  <a:cubicBezTo>
                    <a:pt x="2766390" y="315424"/>
                    <a:pt x="2675414" y="406400"/>
                    <a:pt x="256319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7FFC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2766390" cy="434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-1908252" y="-1998391"/>
            <a:ext cx="4528369" cy="4528369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solidFill>
                <a:srgbClr val="5EC57E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5783157" y="8173596"/>
            <a:ext cx="5009685" cy="5009685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EC5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7807201" y="1321222"/>
            <a:ext cx="1766576" cy="1907234"/>
          </a:xfrm>
          <a:custGeom>
            <a:avLst/>
            <a:gdLst/>
            <a:ahLst/>
            <a:cxnLst/>
            <a:rect r="r" b="b" t="t" l="l"/>
            <a:pathLst>
              <a:path h="1907234" w="1766576">
                <a:moveTo>
                  <a:pt x="0" y="0"/>
                </a:moveTo>
                <a:lnTo>
                  <a:pt x="1766576" y="0"/>
                </a:lnTo>
                <a:lnTo>
                  <a:pt x="1766576" y="1907234"/>
                </a:lnTo>
                <a:lnTo>
                  <a:pt x="0" y="19072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6836224" y="329080"/>
            <a:ext cx="1037384" cy="1489881"/>
          </a:xfrm>
          <a:custGeom>
            <a:avLst/>
            <a:gdLst/>
            <a:ahLst/>
            <a:cxnLst/>
            <a:rect r="r" b="b" t="t" l="l"/>
            <a:pathLst>
              <a:path h="1489881" w="1037384">
                <a:moveTo>
                  <a:pt x="0" y="0"/>
                </a:moveTo>
                <a:lnTo>
                  <a:pt x="1037384" y="0"/>
                </a:lnTo>
                <a:lnTo>
                  <a:pt x="1037384" y="1489881"/>
                </a:lnTo>
                <a:lnTo>
                  <a:pt x="0" y="14898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75949" t="0" r="0" b="-22227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9962532" y="3966210"/>
            <a:ext cx="6873692" cy="1177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60"/>
              </a:lnSpc>
            </a:pPr>
            <a:r>
              <a:rPr lang="en-US" sz="6900" b="true">
                <a:solidFill>
                  <a:srgbClr val="347470"/>
                </a:solidFill>
                <a:latin typeface="Garet Bold"/>
                <a:ea typeface="Garet Bold"/>
                <a:cs typeface="Garet Bold"/>
                <a:sym typeface="Garet Bold"/>
              </a:rPr>
              <a:t>Thank You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523944" y="5950594"/>
            <a:ext cx="5750868" cy="521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39"/>
              </a:lnSpc>
            </a:pPr>
            <a:r>
              <a:rPr lang="en-US" sz="30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Prepared by Northline Group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DAHYt8DXbeU</dc:identifier>
  <dcterms:modified xsi:type="dcterms:W3CDTF">2011-08-01T06:04:30Z</dcterms:modified>
  <cp:revision>1</cp:revision>
  <dc:title>Customer Complaints</dc:title>
</cp:coreProperties>
</file>